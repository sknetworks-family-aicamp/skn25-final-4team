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viowlet/Projects/SKN25-FINAL-4Team/reports/midterm_presentation/design_rebuild/rendered/slid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viowlet/Projects/SKN25-FINAL-4Team/reports/midterm_presentation/design_rebuild/rendered/slid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viowlet/Projects/SKN25-FINAL-4Team/reports/midterm_presentation/design_rebuild/rendered/slide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SKN25 FINAL 4Team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고해상도 EMS 기반 FEMS 데이터 인사이트 시안</dc:title>
  <dc:subject>중간발표 고품질 시안</dc:subject>
  <dc:creator>Hermes Agent</dc:creator>
  <cp:lastModifiedBy>Hermes Agent</cp:lastModifiedBy>
  <cp:revision>1</cp:revision>
  <dcterms:created xsi:type="dcterms:W3CDTF">2026-05-25T06:30:41Z</dcterms:created>
  <dcterms:modified xsi:type="dcterms:W3CDTF">2026-05-25T06:30:41Z</dcterms:modified>
</cp:coreProperties>
</file>