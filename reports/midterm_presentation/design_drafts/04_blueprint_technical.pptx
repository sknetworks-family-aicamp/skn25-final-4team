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457200"/>
            <a:ext cx="11201400" cy="5943600"/>
          </a:xfrm>
          <a:prstGeom prst="rect">
            <a:avLst/>
          </a:prstGeom>
          <a:solidFill>
            <a:srgbClr val="0F2D52">
              <a:alpha val="95000"/>
            </a:srgbClr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758952"/>
            <a:ext cx="10607040" cy="5340096"/>
          </a:xfrm>
          <a:prstGeom prst="rect">
            <a:avLst/>
          </a:prstGeom>
          <a:solidFill>
            <a:srgbClr val="081A33"/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도면 형식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1847088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300" dirty="0"/>
          </a:p>
        </p:txBody>
      </p:sp>
      <p:sp>
        <p:nvSpPr>
          <p:cNvPr id="49" name="Shape 47"/>
          <p:cNvSpPr/>
          <p:nvPr/>
        </p:nvSpPr>
        <p:spPr>
          <a:xfrm>
            <a:off x="7754112" y="3948013"/>
            <a:ext cx="2549347" cy="539862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89077" y="3708075"/>
            <a:ext cx="389900" cy="254935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66430" y="3558113"/>
            <a:ext cx="389900" cy="404896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43782" y="3393156"/>
            <a:ext cx="389900" cy="569854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63597" y="3198205"/>
            <a:ext cx="284927" cy="764804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16545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8939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41334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53728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66122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78517" y="3333171"/>
            <a:ext cx="749808" cy="-314919"/>
          </a:xfrm>
          <a:prstGeom prst="line">
            <a:avLst/>
          </a:prstGeom>
          <a:noFill/>
          <a:ln w="25400">
            <a:solidFill>
              <a:srgbClr val="64D2FF">
                <a:alpha val="9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78517" y="3603102"/>
            <a:ext cx="937260" cy="-119969"/>
          </a:xfrm>
          <a:prstGeom prst="line">
            <a:avLst/>
          </a:prstGeom>
          <a:noFill/>
          <a:ln w="17780">
            <a:solidFill>
              <a:srgbClr val="9BE7C7">
                <a:alpha val="7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828325" y="2980761"/>
            <a:ext cx="89977" cy="89977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93283" y="3430646"/>
            <a:ext cx="74981" cy="74981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0" y="2221992"/>
            <a:ext cx="486461" cy="-312725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5981" y="1909267"/>
            <a:ext cx="486461" cy="396118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62442" y="2305385"/>
            <a:ext cx="486461" cy="-291876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48902" y="2013509"/>
            <a:ext cx="451714" cy="451714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00616" y="2465222"/>
            <a:ext cx="486461" cy="-298826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48372" y="2180844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02652" y="2135124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34833" y="1868119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89113" y="1822399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21294" y="2264237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75574" y="2218517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07754" y="1972361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62034" y="1926641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59468" y="2424074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13748" y="2378354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45929" y="2125248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900209" y="2079528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" y="4069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987552" y="5687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891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70432" y="3218688"/>
            <a:ext cx="1051560" cy="0"/>
          </a:xfrm>
          <a:prstGeom prst="line">
            <a:avLst/>
          </a:prstGeom>
          <a:noFill/>
          <a:ln w="27940">
            <a:solidFill>
              <a:srgbClr val="64D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9572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0" y="3218688"/>
            <a:ext cx="1051560" cy="0"/>
          </a:xfrm>
          <a:prstGeom prst="line">
            <a:avLst/>
          </a:prstGeom>
          <a:noFill/>
          <a:ln w="27940">
            <a:solidFill>
              <a:srgbClr val="64D2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8496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68496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84448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15968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41264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57216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88736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14032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729984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461504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0275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034272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59568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5956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7552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04672" y="4892040"/>
            <a:ext cx="1060704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4128" y="51023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시안 범위: 1쪽 표지 · 2쪽 목차 · 3쪽 프로젝트 필요성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2960" y="1993392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" y="213055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214884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2743200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4128" y="2880360"/>
            <a:ext cx="201168" cy="201168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2960" y="3493008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128" y="363016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364845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22960" y="4242816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4128" y="4379976"/>
            <a:ext cx="201168" cy="201168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3312" y="439826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 활용 흐름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17720" y="1993392"/>
            <a:ext cx="1737360" cy="621792"/>
          </a:xfrm>
          <a:prstGeom prst="roundRect">
            <a:avLst/>
          </a:prstGeom>
          <a:solidFill>
            <a:srgbClr val="64D2FF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637336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1993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7628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852220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15400" y="1993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이상탐지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1067104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3136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피크관리</a:t>
            </a:r>
            <a:endParaRPr lang="en-US" sz="930" dirty="0"/>
          </a:p>
        </p:txBody>
      </p:sp>
      <p:sp>
        <p:nvSpPr>
          <p:cNvPr id="72" name="Shape 70"/>
          <p:cNvSpPr/>
          <p:nvPr/>
        </p:nvSpPr>
        <p:spPr>
          <a:xfrm>
            <a:off x="6373368" y="3447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66560" y="3136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운영지원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4617720" y="4983480"/>
            <a:ext cx="6172200" cy="658368"/>
          </a:xfrm>
          <a:prstGeom prst="round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28032" y="521208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저장된 계측값을 피크 위험·설비 이상 후보·운영 의사결정 지원으로 확장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블루프린트 테크니컬</dc:title>
  <dc:subject>중간발표 디자인 시안 블루프린트 테크니컬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