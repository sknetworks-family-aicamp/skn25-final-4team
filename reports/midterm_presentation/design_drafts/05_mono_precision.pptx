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" y="621792"/>
            <a:ext cx="10771632" cy="5559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중간발표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7552" y="1828800"/>
            <a:ext cx="6126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1005840" y="37673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680960" y="1335024"/>
            <a:ext cx="2971800" cy="2971800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65008" y="3264042"/>
            <a:ext cx="2238451" cy="474025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83514" y="3053364"/>
            <a:ext cx="342351" cy="223845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90458" y="2921691"/>
            <a:ext cx="342351" cy="355519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97401" y="2776850"/>
            <a:ext cx="342351" cy="500360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29434" y="2605674"/>
            <a:ext cx="250180" cy="671535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95437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57539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19642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81744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43846" y="3389132"/>
            <a:ext cx="151425" cy="118506"/>
          </a:xfrm>
          <a:prstGeom prst="rect">
            <a:avLst/>
          </a:prstGeom>
          <a:solidFill>
            <a:srgbClr val="151515">
              <a:alpha val="85000"/>
            </a:srgbClr>
          </a:solidFill>
          <a:ln w="10160">
            <a:solidFill>
              <a:srgbClr val="151515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05949" y="2724180"/>
            <a:ext cx="658368" cy="-276515"/>
          </a:xfrm>
          <a:prstGeom prst="line">
            <a:avLst/>
          </a:prstGeom>
          <a:noFill/>
          <a:ln w="25400">
            <a:solidFill>
              <a:srgbClr val="FF6B35">
                <a:alpha val="9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105949" y="2961193"/>
            <a:ext cx="822960" cy="-105339"/>
          </a:xfrm>
          <a:prstGeom prst="line">
            <a:avLst/>
          </a:prstGeom>
          <a:noFill/>
          <a:ln w="17780">
            <a:solidFill>
              <a:srgbClr val="2E7D6B">
                <a:alpha val="7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764317" y="2414748"/>
            <a:ext cx="79004" cy="7900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909158" y="2809768"/>
            <a:ext cx="65837" cy="65837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73568" y="2093976"/>
            <a:ext cx="435254" cy="-279806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08822" y="1814170"/>
            <a:ext cx="435254" cy="354421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44077" y="2168591"/>
            <a:ext cx="435254" cy="-261153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79331" y="1907438"/>
            <a:ext cx="404165" cy="404165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83496" y="2311603"/>
            <a:ext cx="435254" cy="-267371"/>
          </a:xfrm>
          <a:prstGeom prst="line">
            <a:avLst/>
          </a:prstGeom>
          <a:noFill/>
          <a:ln w="15240">
            <a:solidFill>
              <a:srgbClr val="FF6B35">
                <a:alpha val="6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32420" y="2052828"/>
            <a:ext cx="55961" cy="55961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86700" y="2007108"/>
            <a:ext cx="118140" cy="11814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67674" y="1773022"/>
            <a:ext cx="55961" cy="55961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21954" y="1727302"/>
            <a:ext cx="118140" cy="118140"/>
          </a:xfrm>
          <a:prstGeom prst="ellipse">
            <a:avLst/>
          </a:prstGeom>
          <a:solidFill>
            <a:srgbClr val="2E7D6B">
              <a:alpha val="25000"/>
            </a:srgbClr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2929" y="2127443"/>
            <a:ext cx="55961" cy="55961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57209" y="2081723"/>
            <a:ext cx="118140" cy="11814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38183" y="1866290"/>
            <a:ext cx="55961" cy="55961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92463" y="1820570"/>
            <a:ext cx="118140" cy="118140"/>
          </a:xfrm>
          <a:prstGeom prst="ellipse">
            <a:avLst/>
          </a:prstGeom>
          <a:solidFill>
            <a:srgbClr val="2E7D6B">
              <a:alpha val="25000"/>
            </a:srgbClr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42348" y="2270455"/>
            <a:ext cx="55961" cy="55961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596628" y="2224735"/>
            <a:ext cx="118140" cy="11814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077602" y="2003085"/>
            <a:ext cx="55961" cy="55961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31882" y="1957365"/>
            <a:ext cx="118140" cy="118140"/>
          </a:xfrm>
          <a:prstGeom prst="ellipse">
            <a:avLst/>
          </a:prstGeom>
          <a:solidFill>
            <a:srgbClr val="2E7D6B">
              <a:alpha val="25000"/>
            </a:srgbClr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5840" y="5504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8680" y="1691640"/>
            <a:ext cx="2331720" cy="841248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43560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3657600" y="1691640"/>
            <a:ext cx="2331720" cy="841248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2219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22452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6446520" y="1691640"/>
            <a:ext cx="2331720" cy="841248"/>
          </a:xfrm>
          <a:prstGeom prst="rect">
            <a:avLst/>
          </a:prstGeom>
          <a:solidFill>
            <a:srgbClr val="EDEDE8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1344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9235440" y="16916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00032" y="18562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802368" y="18928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20" dirty="0"/>
          </a:p>
        </p:txBody>
      </p:sp>
      <p:sp>
        <p:nvSpPr>
          <p:cNvPr id="59" name="Shape 57"/>
          <p:cNvSpPr/>
          <p:nvPr/>
        </p:nvSpPr>
        <p:spPr>
          <a:xfrm>
            <a:off x="868680" y="30632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3272" y="3227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435608" y="32644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20" dirty="0"/>
          </a:p>
        </p:txBody>
      </p:sp>
      <p:sp>
        <p:nvSpPr>
          <p:cNvPr id="62" name="Shape 60"/>
          <p:cNvSpPr/>
          <p:nvPr/>
        </p:nvSpPr>
        <p:spPr>
          <a:xfrm>
            <a:off x="3657600" y="30632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22192" y="3227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224528" y="32644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20" dirty="0"/>
          </a:p>
        </p:txBody>
      </p:sp>
      <p:sp>
        <p:nvSpPr>
          <p:cNvPr id="65" name="Shape 63"/>
          <p:cNvSpPr/>
          <p:nvPr/>
        </p:nvSpPr>
        <p:spPr>
          <a:xfrm>
            <a:off x="6446520" y="3063240"/>
            <a:ext cx="23317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11112" y="32278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013448" y="32644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20" dirty="0"/>
          </a:p>
        </p:txBody>
      </p:sp>
      <p:sp>
        <p:nvSpPr>
          <p:cNvPr id="68" name="Shape 66"/>
          <p:cNvSpPr/>
          <p:nvPr/>
        </p:nvSpPr>
        <p:spPr>
          <a:xfrm>
            <a:off x="868680" y="5074920"/>
            <a:ext cx="1033272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8992" y="5221224"/>
            <a:ext cx="7315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7F7F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초반 3장은 발표의 문제 정의와 방향성을 결정하는 구간입니다.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7D7D0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7D7D0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4400" y="1837944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압력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880360" y="1938528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74920" y="1856232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249631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 변동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2880360" y="2596896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74920" y="251460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315468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 관리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880360" y="3255264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74920" y="3172968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381304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 위험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2880360" y="3913632"/>
            <a:ext cx="2011680" cy="0"/>
          </a:xfrm>
          <a:prstGeom prst="line">
            <a:avLst/>
          </a:prstGeom>
          <a:noFill/>
          <a:ln w="15240">
            <a:solidFill>
              <a:srgbClr val="D7D7D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74920" y="3831336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32120" y="150876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7D0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33872" y="18470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EMS 데이터에서 도출할 판단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870448" y="248716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 위험 예측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설비 이상 후보 분리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비효율 탐지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5151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 기반 질의·요약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5870448" y="4343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6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확인이 필요한 후보를 우선순위화하는 관점으로 표현했습니다.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SKN25 FINAL 4Team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중간발표 디자인 시안 모노 프리시전</dc:title>
  <dc:subject>중간발표 디자인 시안 모노 프리시전</dc:subject>
  <dc:creator>Hermes Agent</dc:creator>
  <cp:lastModifiedBy>Hermes Agent</cp:lastModifiedBy>
  <cp:revision>1</cp:revision>
  <dcterms:created xsi:type="dcterms:W3CDTF">2026-05-25T05:57:12Z</dcterms:created>
  <dcterms:modified xsi:type="dcterms:W3CDTF">2026-05-25T05:57:12Z</dcterms:modified>
</cp:coreProperties>
</file>